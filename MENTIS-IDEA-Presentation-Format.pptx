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470" y="95885"/>
            <a:ext cx="11691620" cy="1123315"/>
          </a:xfrm>
        </p:spPr>
        <p:txBody>
          <a:bodyPr/>
          <a:lstStyle/>
          <a:p>
            <a:r>
              <a:rPr lang="en-IN" altLang="en-US" sz="4800" b="1" dirty="0">
                <a:solidFill>
                  <a:schemeClr val="tx1"/>
                </a:solidFill>
                <a:latin typeface="Garamond" panose="02020404030301010803" pitchFamily="18" charset="0"/>
              </a:rPr>
              <a:t>MENTIS</a:t>
            </a:r>
            <a:r>
              <a:rPr lang="en-US" sz="4800" b="1" dirty="0">
                <a:solidFill>
                  <a:schemeClr val="tx1"/>
                </a:solidFill>
                <a:latin typeface="Garamond" panose="02020404030301010803" pitchFamily="18" charset="0"/>
              </a:rPr>
              <a:t> 202</a:t>
            </a:r>
            <a:r>
              <a:rPr lang="en-IN" altLang="en-US" sz="4800" b="1" dirty="0">
                <a:solidFill>
                  <a:schemeClr val="tx1"/>
                </a:solidFill>
                <a:latin typeface="Garamond" panose="02020404030301010803" pitchFamily="18" charset="0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581" y="1315085"/>
            <a:ext cx="11691619" cy="5020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  <a:cs typeface="Arial" panose="020B0604020202020204" pitchFamily="34" charset="0"/>
              </a:rPr>
              <a:t>Problem Statement ID :  </a:t>
            </a:r>
            <a:r>
              <a:rPr lang="en-US" sz="2400" dirty="0">
                <a:latin typeface="+mn-lt"/>
                <a:cs typeface="Arial" panose="020B0604020202020204" pitchFamily="34" charset="0"/>
              </a:rPr>
              <a:t>MENTIS0017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  <a:cs typeface="Arial" panose="020B0604020202020204" pitchFamily="34" charset="0"/>
              </a:rPr>
              <a:t>Problem Statement Title : </a:t>
            </a:r>
            <a:r>
              <a:rPr lang="en-US" sz="2400" dirty="0">
                <a:latin typeface="+mn-lt"/>
                <a:cs typeface="Arial" panose="020B0604020202020204" pitchFamily="34" charset="0"/>
              </a:rPr>
              <a:t>Non-AI Technical Systems for Emotion Regulation                                                   									in Anxiety &amp; Depression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  <a:cs typeface="Arial" panose="020B0604020202020204" pitchFamily="34" charset="0"/>
              </a:rPr>
              <a:t>Theme : </a:t>
            </a:r>
            <a:r>
              <a:rPr lang="en-US" sz="2400" dirty="0">
                <a:latin typeface="+mn-lt"/>
                <a:cs typeface="Arial" panose="020B0604020202020204" pitchFamily="34" charset="0"/>
              </a:rPr>
              <a:t>Non-AI Technology for Emotion Regulation in Anxiety &amp; Depression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  <a:cs typeface="Arial" panose="020B0604020202020204" pitchFamily="34" charset="0"/>
              </a:rPr>
              <a:t>PS Category : </a:t>
            </a:r>
            <a:r>
              <a:rPr lang="en-US" sz="2400" dirty="0">
                <a:latin typeface="+mn-lt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  <a:cs typeface="Arial" panose="020B0604020202020204" pitchFamily="34" charset="0"/>
              </a:rPr>
              <a:t>Team Name : </a:t>
            </a:r>
            <a:r>
              <a:rPr lang="en-US" sz="2400" dirty="0">
                <a:latin typeface="+mn-lt"/>
                <a:cs typeface="Arial" panose="020B0604020202020204" pitchFamily="34" charset="0"/>
              </a:rPr>
              <a:t>CODAHOLICS</a:t>
            </a:r>
            <a:endParaRPr lang="en-IN" sz="2400" dirty="0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2" name="Picture 1" descr="tgic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430" y="347345"/>
            <a:ext cx="1833245" cy="607060"/>
          </a:xfrm>
          <a:prstGeom prst="rect">
            <a:avLst/>
          </a:prstGeom>
        </p:spPr>
      </p:pic>
      <p:pic>
        <p:nvPicPr>
          <p:cNvPr id="3" name="Picture 2" descr="viba-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675" y="347345"/>
            <a:ext cx="1645285" cy="619760"/>
          </a:xfrm>
          <a:prstGeom prst="rect">
            <a:avLst/>
          </a:prstGeom>
        </p:spPr>
      </p:pic>
      <p:pic>
        <p:nvPicPr>
          <p:cNvPr id="6" name="Picture 5" descr="nau logo (1)"/>
          <p:cNvPicPr>
            <a:picLocks noChangeAspect="1"/>
          </p:cNvPicPr>
          <p:nvPr/>
        </p:nvPicPr>
        <p:blipFill>
          <a:blip r:embed="rId4"/>
          <a:srcRect t="31682" b="28527"/>
          <a:stretch>
            <a:fillRect/>
          </a:stretch>
        </p:blipFill>
        <p:spPr>
          <a:xfrm>
            <a:off x="2252980" y="394970"/>
            <a:ext cx="1433195" cy="524510"/>
          </a:xfrm>
          <a:prstGeom prst="rect">
            <a:avLst/>
          </a:prstGeom>
        </p:spPr>
      </p:pic>
      <p:pic>
        <p:nvPicPr>
          <p:cNvPr id="9" name="Picture 8" descr="innerwhispers-logo-removebg-previe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540" y="-148590"/>
            <a:ext cx="1610995" cy="1610995"/>
          </a:xfrm>
          <a:prstGeom prst="rect">
            <a:avLst/>
          </a:prstGeom>
        </p:spPr>
      </p:pic>
      <p:pic>
        <p:nvPicPr>
          <p:cNvPr id="11" name="Picture 10" descr="vaagdevi-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295" y="181610"/>
            <a:ext cx="800100" cy="857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425857-4DF0-D385-75BC-162D1513CD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4153" y="1315085"/>
            <a:ext cx="1245624" cy="12456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81780" y="0"/>
            <a:ext cx="10674017" cy="727587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1143000"/>
            <a:ext cx="12192000" cy="47859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/>
              <a:t>Our system is a mobile/web application that helps users build emotional awareness and regulation through structured, non-AI tools.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3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/>
              <a:t>Users log emotions along with daily situations and experiences to identify emotional patterns and triggers. </a:t>
            </a:r>
          </a:p>
          <a:p>
            <a:pPr algn="just"/>
            <a:endParaRPr lang="en-US" sz="23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/>
              <a:t>During moments of stress or emotional overload, the platform offers quick grounding and calming exercises for immediate relief.</a:t>
            </a:r>
          </a:p>
          <a:p>
            <a:pPr algn="just"/>
            <a:endParaRPr lang="en-US" sz="23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/>
              <a:t>A recovery-friendly emotion calendar and streak system encourages consistency without guilt, supporting emotional stability even during low-motivation days.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746658" cy="90416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35974" y="856535"/>
            <a:ext cx="11956026" cy="56938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Technologies used :   </a:t>
            </a:r>
          </a:p>
          <a:p>
            <a:pPr algn="just"/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Frontend : HTML , CSS, JS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Backend : Node.js, Express.js (rest API’s)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Database : MongoDB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Tools : VS Code , Git &amp; Git Hub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Visualization : Dashboard </a:t>
            </a: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Methodology and process for implementation :</a:t>
            </a:r>
          </a:p>
          <a:p>
            <a:pPr algn="just"/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Daily Check-In : Users log mood , intensity , sleep, screen time , activity and stress.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Secure Storage : Data Saved with timestamps 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Rule-Based Logic : Transparent suggestions with no diagnosis.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Trend Analysis : Weekly &amp; monthly track of emotions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59079" y="955261"/>
            <a:ext cx="11643361" cy="526297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Feasibility : </a:t>
            </a:r>
            <a:r>
              <a:rPr lang="en-US" sz="2800" dirty="0" err="1"/>
              <a:t>CalmPath</a:t>
            </a:r>
            <a:r>
              <a:rPr lang="en-US" sz="2800" dirty="0"/>
              <a:t> is technically feasible using standard web technologies with rule-based logic, low development cost, and a </a:t>
            </a:r>
            <a:r>
              <a:rPr lang="en-US" sz="2800" dirty="0" err="1"/>
              <a:t>scalable,privacy</a:t>
            </a:r>
            <a:r>
              <a:rPr lang="en-US" sz="2800" dirty="0"/>
              <a:t>-first.</a:t>
            </a:r>
            <a:br>
              <a:rPr lang="en-US" sz="2800" dirty="0"/>
            </a:b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Challenges &amp; risks : </a:t>
            </a:r>
            <a:r>
              <a:rPr lang="en-US" sz="2800" dirty="0"/>
              <a:t>Inconsistent user engagement, secure handling of sensitive emotional data, scalability with growing usage, and risk of misinterpreting emotional trends as medical conclusions.</a:t>
            </a:r>
            <a:endParaRPr lang="en-US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Strategies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 to overcoming challenges : </a:t>
            </a:r>
            <a:r>
              <a:rPr lang="en-US" sz="2800" dirty="0"/>
              <a:t>Simple daily check-ins with visual feedback, privacy-first data handling with user control, optimized data aggregation for scalability, and clear non-diagnostic suggestions to ensure ethical use.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59080" y="1280160"/>
            <a:ext cx="11734800" cy="48320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b="1" dirty="0"/>
              <a:t>Impacts on Target Audience :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800" b="1" dirty="0"/>
          </a:p>
          <a:p>
            <a:pPr lvl="0" algn="just">
              <a:defRPr/>
            </a:pPr>
            <a:r>
              <a:rPr lang="en-US" sz="2800" dirty="0"/>
              <a:t> Improves self-awareness and emotional regulation, encourages healthy routines, and empowers users to track mood trends safely without replacing professional care.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b="1" dirty="0"/>
              <a:t>Benefits of the Solution:</a:t>
            </a:r>
            <a:r>
              <a:rPr lang="en-US" sz="2800" dirty="0"/>
              <a:t>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800" dirty="0"/>
          </a:p>
          <a:p>
            <a:pPr lvl="0" algn="just">
              <a:defRPr/>
            </a:pPr>
            <a:r>
              <a:rPr lang="en-US" sz="2800" dirty="0"/>
              <a:t>Socially enhances mental well-being, economically offers a low-cost self-regulation tool, ethically ensures privacy and user control, and is scalable for broader adoption in wellness programs or educational institutions.</a:t>
            </a:r>
            <a:endParaRPr lang="en-US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91613" y="825909"/>
            <a:ext cx="6135329" cy="596491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62560" y="1717040"/>
            <a:ext cx="7241130" cy="29546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b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/>
              <a:t>WHO (2024–2025). </a:t>
            </a:r>
            <a:r>
              <a:rPr lang="en-US" i="1" dirty="0"/>
              <a:t>World Mental Health Report &amp; Fact Sheets</a:t>
            </a:r>
            <a:endParaRPr lang="en-US" dirty="0"/>
          </a:p>
          <a:p>
            <a:r>
              <a:rPr lang="en-US" dirty="0"/>
              <a:t>U.S. HHS (2023). </a:t>
            </a:r>
            <a:r>
              <a:rPr lang="en-US" i="1" dirty="0"/>
              <a:t>Youth Mental Health &amp; Social Media Advisory</a:t>
            </a:r>
          </a:p>
          <a:p>
            <a:endParaRPr lang="en-US" i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i="1" dirty="0">
                <a:solidFill>
                  <a:prstClr val="black"/>
                </a:solidFill>
                <a:latin typeface="+mn-lt"/>
                <a:cs typeface="Arial" panose="020B0604020202020204" pitchFamily="34" charset="0"/>
              </a:rPr>
              <a:t>. Links :</a:t>
            </a:r>
          </a:p>
          <a:p>
            <a:endParaRPr lang="en-US" dirty="0">
              <a:solidFill>
                <a:prstClr val="black"/>
              </a:solidFill>
              <a:latin typeface="+mn-lt"/>
              <a:cs typeface="Arial" panose="020B0604020202020204" pitchFamily="34" charset="0"/>
            </a:endParaRPr>
          </a:p>
          <a:p>
            <a:pPr lvl="0" algn="just"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[https://www.who.int/news-room/fact-sheets/detail/mental-health-at-work]</a:t>
            </a:r>
            <a:endParaRPr lang="en-US" noProof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[https://www.hhs.gov/sites/default/files/sg-youth-mental-health-social-media-advisory.pdf]</a:t>
            </a:r>
            <a:endParaRPr kumimoji="0" lang="en-US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4D7EED-C638-1265-B812-3C3C6C7756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690" y="136522"/>
            <a:ext cx="4605750" cy="60817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372DC0-B3B2-B6CC-E213-0D22FC1D6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7686D3-A010-A04B-62C0-0429428B4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35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</TotalTime>
  <Words>489</Words>
  <Application>Microsoft Office PowerPoint</Application>
  <PresentationFormat>Widescreen</PresentationFormat>
  <Paragraphs>65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MS PGothic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MENTIS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Aash210709@outlook.com</cp:lastModifiedBy>
  <cp:revision>152</cp:revision>
  <dcterms:created xsi:type="dcterms:W3CDTF">2013-12-12T18:46:00Z</dcterms:created>
  <dcterms:modified xsi:type="dcterms:W3CDTF">2026-01-31T00:54:38Z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B1ACF414027544C39DD51EF06668D1E6_13</vt:lpwstr>
  </property>
  <property fmtid="{D5CDD505-2E9C-101B-9397-08002B2CF9AE}" pid="3" name="KSOProductBuildVer">
    <vt:lpwstr>1033-12.2.0.23196</vt:lpwstr>
  </property>
</Properties>
</file>